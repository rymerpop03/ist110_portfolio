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AF4ADD-694A-40F6-BE99-8AC8305C8950}" v="27" dt="2025-10-21T15:39:02.1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614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150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3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8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30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540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075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53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25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96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 close-up of a network&#10;&#10;AI-generated content may be incorrect.">
            <a:extLst>
              <a:ext uri="{FF2B5EF4-FFF2-40B4-BE49-F238E27FC236}">
                <a16:creationId xmlns:a16="http://schemas.microsoft.com/office/drawing/2014/main" id="{D8BBD71A-5ED5-9CE4-D242-17C6CD1470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8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077F9E-556F-899A-3560-3816A7B36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1580"/>
            <a:ext cx="819643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OSINT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2514C9-6DBA-E659-9C7C-462310100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972" y="5814730"/>
            <a:ext cx="3392781" cy="960120"/>
          </a:xfrm>
        </p:spPr>
        <p:txBody>
          <a:bodyPr anchor="ctr">
            <a:normAutofit/>
          </a:bodyPr>
          <a:lstStyle/>
          <a:p>
            <a:pPr algn="r"/>
            <a:r>
              <a:rPr lang="en-US" sz="1900" b="1" dirty="0">
                <a:solidFill>
                  <a:schemeClr val="bg1"/>
                </a:solidFill>
              </a:rPr>
              <a:t>     Rymer Popovich</a:t>
            </a:r>
          </a:p>
        </p:txBody>
      </p:sp>
    </p:spTree>
    <p:extLst>
      <p:ext uri="{BB962C8B-B14F-4D97-AF65-F5344CB8AC3E}">
        <p14:creationId xmlns:p14="http://schemas.microsoft.com/office/powerpoint/2010/main" val="42710406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333008-F065-07CE-B7C6-9054A6B67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>
            <a:normAutofit/>
          </a:bodyPr>
          <a:lstStyle/>
          <a:p>
            <a:r>
              <a:rPr lang="en-US" dirty="0"/>
              <a:t>Web Scraping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522AF-B2F7-393A-D0AB-195C39DC7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672584" cy="3767328"/>
          </a:xfrm>
        </p:spPr>
        <p:txBody>
          <a:bodyPr>
            <a:normAutofit/>
          </a:bodyPr>
          <a:lstStyle/>
          <a:p>
            <a:r>
              <a:rPr lang="en-US" dirty="0"/>
              <a:t>The process of automatically extracting data from websites and transforming it into structured formats (spreadsheets, tables, databases, etc.)</a:t>
            </a:r>
          </a:p>
          <a:p>
            <a:r>
              <a:rPr lang="en-US" dirty="0"/>
              <a:t>Involves sending HTTP request to a web page, parsing the HTML structure to locate the information, and storing that data. </a:t>
            </a:r>
          </a:p>
          <a:p>
            <a:r>
              <a:rPr lang="en-US" dirty="0"/>
              <a:t>This technique is very useful for collecting public online data such as prices or statistics when APIs are unavailable. </a:t>
            </a:r>
          </a:p>
        </p:txBody>
      </p:sp>
      <p:pic>
        <p:nvPicPr>
          <p:cNvPr id="5" name="Picture 4" descr="A cartoon of a robotic arm and computer&#10;&#10;AI-generated content may be incorrect.">
            <a:extLst>
              <a:ext uri="{FF2B5EF4-FFF2-40B4-BE49-F238E27FC236}">
                <a16:creationId xmlns:a16="http://schemas.microsoft.com/office/drawing/2014/main" id="{D2D28650-96D4-E695-E14C-27B75E9AC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8" r="-3" b="-3"/>
          <a:stretch>
            <a:fillRect/>
          </a:stretch>
        </p:blipFill>
        <p:spPr>
          <a:xfrm>
            <a:off x="5958018" y="508090"/>
            <a:ext cx="5709726" cy="58469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044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D4B026-1A16-B0C0-7023-DFD037E27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Web Scraping Example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43D1A04-54CA-FD9C-0F7B-C0DBD3C0AE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0011" y="2112454"/>
            <a:ext cx="7591977" cy="37671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8858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0D6A0B-6897-9D98-0F45-79CDA7FB6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5160" y="978408"/>
            <a:ext cx="4745736" cy="1463040"/>
          </a:xfrm>
        </p:spPr>
        <p:txBody>
          <a:bodyPr>
            <a:normAutofit/>
          </a:bodyPr>
          <a:lstStyle/>
          <a:p>
            <a:r>
              <a:rPr lang="en-US" dirty="0"/>
              <a:t>Metadata Analysis</a:t>
            </a:r>
          </a:p>
        </p:txBody>
      </p:sp>
      <p:pic>
        <p:nvPicPr>
          <p:cNvPr id="5" name="Picture 4" descr="A magnifying glass on a stack of papers&#10;&#10;AI-generated content may be incorrect.">
            <a:extLst>
              <a:ext uri="{FF2B5EF4-FFF2-40B4-BE49-F238E27FC236}">
                <a16:creationId xmlns:a16="http://schemas.microsoft.com/office/drawing/2014/main" id="{689A1838-296F-300C-0BF1-184FA7F942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11" b="-3"/>
          <a:stretch>
            <a:fillRect/>
          </a:stretch>
        </p:blipFill>
        <p:spPr>
          <a:xfrm>
            <a:off x="517868" y="508090"/>
            <a:ext cx="5705856" cy="58469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6407" y="508090"/>
            <a:ext cx="4660733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F51FE-7A35-FC23-B3E8-C6917F79F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5160" y="2578608"/>
            <a:ext cx="4672584" cy="3767328"/>
          </a:xfrm>
        </p:spPr>
        <p:txBody>
          <a:bodyPr>
            <a:normAutofit/>
          </a:bodyPr>
          <a:lstStyle/>
          <a:p>
            <a:r>
              <a:rPr lang="en-US" dirty="0"/>
              <a:t>The process of examining descriptive information (metadata) associated with datasets/digital files, to uncover hidden patterns or relationships. </a:t>
            </a:r>
          </a:p>
          <a:p>
            <a:r>
              <a:rPr lang="en-US" dirty="0"/>
              <a:t>Metadata – includes details about creation date, author, file type, etc.</a:t>
            </a:r>
          </a:p>
          <a:p>
            <a:r>
              <a:rPr lang="en-US" dirty="0"/>
              <a:t>By analyzing this data, organizations can improve data governance, detect anomalies, and ensure compliance</a:t>
            </a:r>
          </a:p>
        </p:txBody>
      </p:sp>
    </p:spTree>
    <p:extLst>
      <p:ext uri="{BB962C8B-B14F-4D97-AF65-F5344CB8AC3E}">
        <p14:creationId xmlns:p14="http://schemas.microsoft.com/office/powerpoint/2010/main" val="1640552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9C758-B4BB-A4C5-409C-E6A9215DB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Metadata Analysis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A5ED55-EED9-EA73-CC9D-5E75A871E0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8899" y="2112454"/>
            <a:ext cx="6014202" cy="37671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3827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10D69-FCEC-73C5-50F1-E61B204F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C4FCF-99B1-09D5-9EF4-1ED2BB0B5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Metadata Analysis - </a:t>
            </a:r>
            <a:r>
              <a:rPr lang="en-US" i="1" dirty="0"/>
              <a:t>A complete guide to metadata analysis</a:t>
            </a:r>
            <a:r>
              <a:rPr lang="en-US" dirty="0"/>
              <a:t>. (2021, February 16). Canto. https://www.canto.com/blog/metadata-analysis/</a:t>
            </a:r>
          </a:p>
          <a:p>
            <a:endParaRPr lang="en-US" b="1" dirty="0"/>
          </a:p>
          <a:p>
            <a:r>
              <a:rPr lang="en-US" b="1" dirty="0"/>
              <a:t>OSINT - </a:t>
            </a:r>
            <a:r>
              <a:rPr lang="en-US" dirty="0"/>
              <a:t>Nordine, J. (2019). </a:t>
            </a:r>
            <a:r>
              <a:rPr lang="en-US" i="1" dirty="0"/>
              <a:t>OSINT Framework</a:t>
            </a:r>
            <a:r>
              <a:rPr lang="en-US" dirty="0"/>
              <a:t>. Osintframework.com. https://osintframework.com/</a:t>
            </a:r>
          </a:p>
          <a:p>
            <a:endParaRPr lang="en-US" b="1" dirty="0"/>
          </a:p>
          <a:p>
            <a:r>
              <a:rPr lang="en-US" b="1" dirty="0"/>
              <a:t>Web Scraping - </a:t>
            </a:r>
            <a:r>
              <a:rPr lang="en-US" dirty="0"/>
              <a:t>Osborne, J. (2024, April 7). </a:t>
            </a:r>
            <a:r>
              <a:rPr lang="en-US" i="1" dirty="0"/>
              <a:t>Intro to Web Scraping: Build Your First Scraper in 5 Minutes</a:t>
            </a:r>
            <a:r>
              <a:rPr lang="en-US" dirty="0"/>
              <a:t>. Medium. https://medium.com/@joerosborne/intro-to-web-scraping-build-your-first-scraper-in-5-minutes-1c36b5c4b110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2388272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225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Bierstadt</vt:lpstr>
      <vt:lpstr>GestaltVTI</vt:lpstr>
      <vt:lpstr>OSINT</vt:lpstr>
      <vt:lpstr>Web Scraping</vt:lpstr>
      <vt:lpstr>Web Scraping Example</vt:lpstr>
      <vt:lpstr>Metadata Analysis</vt:lpstr>
      <vt:lpstr>Metadata Analysis Example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Popovich, Rymer</dc:creator>
  <cp:lastModifiedBy>Popovich, Rymer</cp:lastModifiedBy>
  <cp:revision>2</cp:revision>
  <dcterms:created xsi:type="dcterms:W3CDTF">2025-10-21T15:08:25Z</dcterms:created>
  <dcterms:modified xsi:type="dcterms:W3CDTF">2025-10-26T16:53:24Z</dcterms:modified>
</cp:coreProperties>
</file>